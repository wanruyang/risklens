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196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RiskLens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5A7A"/>
                </a:solidFill>
              </a:rPr>
              <a:t>SLIDE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637"/>
                </a:solidFill>
              </a:rPr>
              <a:t>How RiskLens turns a label into a clearer answer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</a:rPr>
              <a:t>A simple view of the system behind the app</a:t>
            </a:r>
            <a:endParaRPr lang="en-US" sz="1300" dirty="0"/>
          </a:p>
        </p:txBody>
      </p:sp>
      <p:pic>
        <p:nvPicPr>
          <p:cNvPr id="5" name="Image 0" descr="/Users/adelie/Projects/gemma4good/riskle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384048"/>
            <a:ext cx="205740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28800"/>
            <a:ext cx="1920240" cy="1325880"/>
          </a:xfrm>
          <a:prstGeom prst="roundRect">
            <a:avLst>
              <a:gd name="adj" fmla="val 11034"/>
            </a:avLst>
          </a:prstGeom>
          <a:solidFill>
            <a:srgbClr val="EAF4F8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19751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1. Product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230428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Photo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URL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Typed label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80360" y="1828800"/>
            <a:ext cx="1920240" cy="1325880"/>
          </a:xfrm>
          <a:prstGeom prst="roundRect">
            <a:avLst>
              <a:gd name="adj" fmla="val 11034"/>
            </a:avLst>
          </a:prstGeom>
          <a:solidFill>
            <a:srgbClr val="E9FBFC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08376" y="19751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2. Gemma 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08376" y="230428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Reads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identifies product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explains results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20640" y="1828800"/>
            <a:ext cx="1920240" cy="1325880"/>
          </a:xfrm>
          <a:prstGeom prst="roundRect">
            <a:avLst>
              <a:gd name="adj" fmla="val 11034"/>
            </a:avLst>
          </a:prstGeom>
          <a:solidFill>
            <a:srgbClr val="FFF4D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48656" y="197510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3. Risk library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48656" y="2304288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Prop 65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FDA / EU / WHO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source context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60920" y="1828800"/>
            <a:ext cx="2331720" cy="1325880"/>
          </a:xfrm>
          <a:prstGeom prst="roundRect">
            <a:avLst>
              <a:gd name="adj" fmla="val 11034"/>
            </a:avLst>
          </a:prstGeom>
          <a:solidFill>
            <a:srgbClr val="FFF1F5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88936" y="197510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4. Consumer answer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88936" y="2304288"/>
            <a:ext cx="2075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Score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flags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71637"/>
                </a:solidFill>
              </a:rPr>
              <a:t>plain-language guidance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596896" y="2267712"/>
            <a:ext cx="182880" cy="448056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37176" y="2267712"/>
            <a:ext cx="182880" cy="448056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77456" y="2267712"/>
            <a:ext cx="182880" cy="448056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703320"/>
            <a:ext cx="53035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" y="386791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3918204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7A"/>
                </a:solidFill>
              </a:rPr>
              <a:t>How we collect data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1248" y="4261104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Real products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from online stores and package photos
</a:t>
            </a:r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Official sources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such as FDA, EU, WHO, and Prop 65
</a:t>
            </a:r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Hard cases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saved for review and improvement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17920" y="3703320"/>
            <a:ext cx="53035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82512" y="386791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55664" y="3918204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637"/>
                </a:solidFill>
              </a:rPr>
              <a:t>How we evaluate it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19088" y="4261104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Stage 1: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Can it read the label correctly?
</a:t>
            </a:r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Stage 2: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Can it identify the product and explain risk correctly?
</a:t>
            </a:r>
            <a:pPr indent="0" marL="0">
              <a:buNone/>
            </a:pPr>
            <a:r>
              <a:rPr lang="en-US" sz="1400" b="1" dirty="0">
                <a:solidFill>
                  <a:srgbClr val="071637"/>
                </a:solidFill>
              </a:rPr>
              <a:t>Benchmarks:</a:t>
            </a:r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 real images + text cases, compared over time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58368" y="5596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7A"/>
                </a:solidFill>
              </a:rPr>
              <a:t>Key idea: Gemma 4 is the reasoning engine, while the database keeps the answer grounded.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5A7A"/>
                </a:solidFill>
              </a:rPr>
              <a:t>SLIDE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637"/>
                </a:solidFill>
              </a:rPr>
              <a:t>How a person uses RiskLens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</a:rPr>
              <a:t>Same core workflow on web and Android</a:t>
            </a:r>
            <a:endParaRPr lang="en-US" sz="1300" dirty="0"/>
          </a:p>
        </p:txBody>
      </p:sp>
      <p:pic>
        <p:nvPicPr>
          <p:cNvPr id="5" name="Image 0" descr="/Users/adelie/Projects/gemma4good/riskle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384048"/>
            <a:ext cx="205740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755648"/>
            <a:ext cx="2971800" cy="1325880"/>
          </a:xfrm>
          <a:prstGeom prst="roundRect">
            <a:avLst>
              <a:gd name="adj" fmla="val 11034"/>
            </a:avLst>
          </a:prstGeom>
          <a:solidFill>
            <a:srgbClr val="EAF4F8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3816" y="19019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5224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61288" y="19110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637"/>
                </a:solidFill>
              </a:rPr>
              <a:t>Add a product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2104" y="23225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Upload photos, paste a URL,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or type the label text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89120" y="1755648"/>
            <a:ext cx="2971800" cy="1325880"/>
          </a:xfrm>
          <a:prstGeom prst="roundRect">
            <a:avLst>
              <a:gd name="adj" fmla="val 11034"/>
            </a:avLst>
          </a:prstGeom>
          <a:solidFill>
            <a:srgbClr val="E9FBFC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7136" y="19019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195224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64608" y="19110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637"/>
                </a:solidFill>
              </a:rPr>
              <a:t>Complete the label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35424" y="23225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If needed, add ingredients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or warning photos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92440" y="1755648"/>
            <a:ext cx="2971800" cy="1325880"/>
          </a:xfrm>
          <a:prstGeom prst="roundRect">
            <a:avLst>
              <a:gd name="adj" fmla="val 11034"/>
            </a:avLst>
          </a:prstGeom>
          <a:solidFill>
            <a:srgbClr val="FFF4D6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0456" y="19019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1952244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67928" y="19110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637"/>
                </a:solidFill>
              </a:rPr>
              <a:t>Get the result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38744" y="23225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See the score, flags,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and plain explanation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703320" y="2212848"/>
            <a:ext cx="182880" cy="457200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6640" y="2212848"/>
            <a:ext cx="182880" cy="457200"/>
          </a:xfrm>
          <a:prstGeom prst="chevron">
            <a:avLst/>
          </a:prstGeom>
          <a:solidFill>
            <a:srgbClr val="1E5A7A"/>
          </a:solidFill>
          <a:ln w="12700">
            <a:solidFill>
              <a:srgbClr val="1E5A7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3703320"/>
            <a:ext cx="516636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9536" y="3858768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EAF4F8"/>
          </a:solidFill>
          <a:ln w="12700">
            <a:solidFill>
              <a:srgbClr val="EAF4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2688" y="390906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7A"/>
                </a:solidFill>
              </a:rPr>
              <a:t>Web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96112" y="4224528"/>
            <a:ext cx="2057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Best for: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pasted URLs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desktop upload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review and comparison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9260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7A"/>
                </a:solidFill>
              </a:rPr>
              <a:t>Type, paste, or drag in product images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26480" y="3703320"/>
            <a:ext cx="516636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00216" y="3858768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9FBFC"/>
          </a:solidFill>
          <a:ln w="12700">
            <a:solidFill>
              <a:srgbClr val="E9FBF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73368" y="3909060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7A"/>
                </a:solidFill>
              </a:rPr>
              <a:t>Android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336792" y="4224528"/>
            <a:ext cx="2057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Best for: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camera capture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shopping aisles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1637"/>
                </a:solidFill>
              </a:rPr>
              <a:t>• quick label scans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36676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A7A"/>
                </a:solidFill>
              </a:rPr>
              <a:t>Take a photo, then review the same result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13232" y="56144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5A7A"/>
                </a:solidFill>
              </a:rPr>
              <a:t>One product at a time. If the label is incomplete, RiskLens asks for better evidence instead of guessing.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RiskLens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RiskLens - Two slide explainer</dc:title>
  <dc:subject>RiskLens presentation slides</dc:subject>
  <dc:creator>RiskLens</dc:creator>
  <cp:lastModifiedBy>RiskLens</cp:lastModifiedBy>
  <cp:revision>1</cp:revision>
  <dcterms:created xsi:type="dcterms:W3CDTF">2026-05-18T18:28:56Z</dcterms:created>
  <dcterms:modified xsi:type="dcterms:W3CDTF">2026-05-18T18:28:56Z</dcterms:modified>
</cp:coreProperties>
</file>